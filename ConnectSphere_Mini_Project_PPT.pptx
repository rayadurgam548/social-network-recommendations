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ConnectSphere</a:t>
            </a:r>
          </a:p>
          <a:p>
            <a:r>
              <a:t>Social Network Friend Recommendation System Using Graph Theory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 in large social networks struggle to find meaningful connections.</a:t>
            </a:r>
          </a:p>
          <a:p/>
          <a:p>
            <a:r>
              <a:t>This project recommends potential friends using:</a:t>
            </a:r>
          </a:p>
          <a:p>
            <a:r>
              <a:t>• Mutual Friends</a:t>
            </a:r>
          </a:p>
          <a:p>
            <a:r>
              <a:t>• Common Skills</a:t>
            </a:r>
          </a:p>
          <a:p>
            <a:r>
              <a:t>• Same City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/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Graph Representation:</a:t>
            </a:r>
          </a:p>
          <a:p>
            <a:r>
              <a:t>• Users = Nodes</a:t>
            </a:r>
          </a:p>
          <a:p>
            <a:r>
              <a:t>• Friendships = Edges</a:t>
            </a:r>
          </a:p>
          <a:p/>
          <a:p>
            <a:r>
              <a:t>Recommendation Score =</a:t>
            </a:r>
          </a:p>
          <a:p>
            <a:r>
              <a:t>(Mutual Friends × 60) + (Common Skills × 20) + (Same City × 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/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system successfully:</a:t>
            </a:r>
          </a:p>
          <a:p>
            <a:r>
              <a:t>• Finds mutual connections</a:t>
            </a:r>
          </a:p>
          <a:p>
            <a:r>
              <a:t>• Identifies common skills</a:t>
            </a:r>
          </a:p>
          <a:p>
            <a:r>
              <a:t>• Checks city similarity</a:t>
            </a:r>
          </a:p>
          <a:p>
            <a:r>
              <a:t>• Generates recommendation scores</a:t>
            </a:r>
          </a:p>
          <a:p/>
          <a:p>
            <a:r>
              <a:t>Example: Rahul Sharma → Sneha Patel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Graph Theory provides an efficient way to model social networks.</a:t>
            </a:r>
          </a:p>
          <a:p/>
          <a:p>
            <a:r>
              <a:t>Future Enhancements:</a:t>
            </a:r>
          </a:p>
          <a:p>
            <a:r>
              <a:t>• Database Integration</a:t>
            </a:r>
          </a:p>
          <a:p>
            <a:r>
              <a:t>• User Authentication</a:t>
            </a:r>
          </a:p>
          <a:p>
            <a:r>
              <a:t>• AI-Based Recommendations</a:t>
            </a:r>
          </a:p>
          <a:p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